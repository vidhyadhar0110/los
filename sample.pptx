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71" r:id="rId5"/>
    <p:sldId id="2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F573B-21A0-710D-0226-44E60E034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BA305-8268-F453-A925-72097DBDF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02992-FE5C-7926-3DD8-3B91DFAE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EE96-4978-4361-82B0-6CB06C8EE6E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B39CF-CB23-6E81-E462-EE3B46A48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22289-8D7F-CB07-DA14-1160EDC3C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2912-25A0-4331-B863-B24DAA0E4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93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81B0-3A0D-C56F-5429-48832457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BD18F-BEE7-C302-1639-ECCB1342B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F3E8F-4523-2347-0280-B1F935D98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EE96-4978-4361-82B0-6CB06C8EE6E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E4BFC-D56E-D1B2-E148-A2CBA105E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A5530-6E3F-F4E0-CD5A-67A41E70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2912-25A0-4331-B863-B24DAA0E4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6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C3874-8662-4DF3-77F3-E57A2F69F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E902A-7E24-099E-D6A9-9B1D8C770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2FF98-2BB1-3A67-986F-B62729A9B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EE96-4978-4361-82B0-6CB06C8EE6E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542C3-2B2D-7468-AC36-02AA54D3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48B3C-AD31-A471-3490-0895C50C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2912-25A0-4331-B863-B24DAA0E4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43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63F24-BED6-D550-B189-AC0FE0CF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F064C-2A24-8B13-A93B-79CC0736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71E62-D893-FB20-3182-C36259940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8C7F9-3815-E593-F973-747AFDA00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EE96-4978-4361-82B0-6CB06C8EE6E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9C400-E660-7BE4-B866-8B85F4515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9FC8E-C78D-FAC3-1336-8D6313A6B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2912-25A0-4331-B863-B24DAA0E4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760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B4344-5513-3DBB-427B-9E384DE76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C268F-815F-3EA5-3D2A-90A193426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707BC-292E-F215-CCC8-78FE069DF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F45968-0066-535F-C179-3EECB7D97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FF0636-61BC-C4C5-14E1-4104867CA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2ED61A-34AD-C736-EAEE-AEFD511B6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EE96-4978-4361-82B0-6CB06C8EE6E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5FDF25-FED1-8CC1-E958-B1041C30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EF68E-DA1B-3E2E-FF0E-BEB64508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2912-25A0-4331-B863-B24DAA0E4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9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85D43-C7D7-BF47-203D-653395B7C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43BF20-F26A-0807-5360-17FBE402D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EE96-4978-4361-82B0-6CB06C8EE6E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CC45A-E9F4-8308-69D1-3EBD0685C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40A3F-3713-0084-EED2-8F1F53A98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2912-25A0-4331-B863-B24DAA0E4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71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DAC7DD-60BB-2FC4-9212-D52008E4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EE96-4978-4361-82B0-6CB06C8EE6E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D99284-6688-67FB-BD0D-EFBDC119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AE6A7-B53A-F04F-0736-B99A03FE3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2912-25A0-4331-B863-B24DAA0E4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2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330FD-4866-754F-0D2D-23318B5B2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18C39-696E-E5DA-D08C-660D55775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11192-064D-593C-AF5E-C4B56A1D2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C4B32-FE41-DC81-FB14-AEDA7CFF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EE96-4978-4361-82B0-6CB06C8EE6E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7522A-92BA-6B98-C7AD-74F4D590D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9B95E-69E6-7D57-A3C8-8AD101DB1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2912-25A0-4331-B863-B24DAA0E4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68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1F6E-0606-B063-A0BA-EB005BF53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2C17E-B46C-CF0C-5689-0B13F6C7A2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AB44F0-172D-034F-B4D5-042B35F32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ED7C8-069D-B91A-FA98-5105B019C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EE96-4978-4361-82B0-6CB06C8EE6E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1975F-2407-404F-7586-5675C7319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900CF-8BF2-BF6C-F2D4-70992D77F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2912-25A0-4331-B863-B24DAA0E4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7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A6DB8-D6FF-7160-8612-407BD9FDC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AAD459-D912-AA0A-93EE-A952827A8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8F575-E74C-1DB4-C427-9A31FC4CA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EE96-4978-4361-82B0-6CB06C8EE6E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D1973-3D12-C912-D4E1-50B5CE17D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A4F95-33EF-F1CB-9E94-93BC9A46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2912-25A0-4331-B863-B24DAA0E4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59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4D39CC-9DD8-DEC2-86DD-5093F2281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4EA61-2B4F-EFF8-9233-E92892BEB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D613F-5F39-4E78-D63D-14E502A3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8EE96-4978-4361-82B0-6CB06C8EE6E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213D9-161F-1E73-755F-6DD1F184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60142-4A2E-97C9-ADA1-102491C51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2912-25A0-4331-B863-B24DAA0E4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63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4995A-8D62-59A2-A45F-231FD042D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C1AF52-FEF2-9AC6-2636-F58D6C783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8F7A6-F8F7-3D06-3AB5-4CCC741ED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0B8F-0AED-4DD0-B4BF-CA83597A2C8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6DED-4A41-5A0C-496B-1E6064575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E3A67-DA1E-5ED4-7435-6989A35F5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37B1-5AC7-4DF7-9079-80ABDF72B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48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BDFD7-3935-D2F5-2F2D-9A64ADB0F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E43DA-50DF-6183-F440-53B2EE15D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AEA5A-E662-40E7-2F22-514EB5E31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0B8F-0AED-4DD0-B4BF-CA83597A2C8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6E1AC-2F79-F336-2CDF-349BB5EF9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950D4-6579-B5E1-52DA-DD6B90D4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37B1-5AC7-4DF7-9079-80ABDF72B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74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64F5-F99C-9D17-1F2F-16AC0DA6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4E56E-CE06-AB52-D6DF-60EF4DE7C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9FEF7-E1C6-410E-A789-DE8816C2B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0B8F-0AED-4DD0-B4BF-CA83597A2C8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7D865-25DB-7B06-F9A7-54391773A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1E75B-5793-A68B-9EA7-808417FE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37B1-5AC7-4DF7-9079-80ABDF72B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85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DCA7E-3013-8120-72F9-3D74D605C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84C25-3288-6DBE-80C2-B94D27E00C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7332A-1266-2A6F-5F67-3D2BD9185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C7523-AC39-1192-D9E8-283E0A74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0B8F-0AED-4DD0-B4BF-CA83597A2C8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4830A-A5D0-AE7D-B7BF-3827F59FC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CDB1A-A31A-A435-DCD8-14DC33E72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37B1-5AC7-4DF7-9079-80ABDF72B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05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7C889-3EB3-0A23-D246-09621522F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1E5AE-C611-DFA0-C591-57799BD2A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CB000-2E42-35EB-14E5-D04D7D40C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95D75-4AD0-83FA-340E-00F22C4955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DD1248-BF38-29BB-E0C4-2465CCE44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216AB1-BA56-B3AB-4E3A-6923883EA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0B8F-0AED-4DD0-B4BF-CA83597A2C8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97B58D-D41D-E645-ADF3-4C421E69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E704D9-01C6-42B7-4F5A-D80DF3A4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37B1-5AC7-4DF7-9079-80ABDF72B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95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2BA3-D39D-9598-A046-0BB38602E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30523-A539-3653-6EF9-DFA12C77E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0B8F-0AED-4DD0-B4BF-CA83597A2C8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3B08D-F307-4927-C12C-FF8E91F3E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BF7DA-4E22-49D5-C03B-FBD6E8A5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37B1-5AC7-4DF7-9079-80ABDF72B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8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AE9FE-DD89-834F-8629-CC1202DC9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0B8F-0AED-4DD0-B4BF-CA83597A2C8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0D9A5B-333A-FE32-3937-E94E179EB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B186E-4744-191D-6390-5BA97A00E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37B1-5AC7-4DF7-9079-80ABDF72B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849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B6832-9CA2-2D0A-AA59-21870746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36D52-61DA-5265-8AC7-DCE21A1AE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40689-6A79-4917-7F90-D9A7E6ABF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6EFF4-0405-F5F2-309A-D17D25FCF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0B8F-0AED-4DD0-B4BF-CA83597A2C8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3B6A8-637B-EC28-A82B-D4B93C091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B90F1-EB53-314E-CBDC-E02A94C72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37B1-5AC7-4DF7-9079-80ABDF72B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699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35376-845F-D7D2-C364-A1BEC161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A9845B-01C5-C9DC-EEE0-FF44B1E0DE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E9214-AE2F-65E6-DB77-144533D4E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FD62A-0FFC-16CA-F596-83322AEEE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0B8F-0AED-4DD0-B4BF-CA83597A2C8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11314-C385-4ED1-9C2B-7E99939C0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75D60-5E4B-5096-5EFF-21A7C76FB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37B1-5AC7-4DF7-9079-80ABDF72B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500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85952-ADD7-0726-211C-A2C73F5B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E8551-8AE6-F5F8-25E3-0CD141D00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F39FE-8F8F-972D-8DA3-5970A5A2A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0B8F-0AED-4DD0-B4BF-CA83597A2C8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440D4-0974-654C-1FAF-76A58EDA9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7DCED-7D0B-5A09-4F96-489E8909E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37B1-5AC7-4DF7-9079-80ABDF72B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86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2E37EC-1160-56E7-DD7E-BD9A30127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2251B-0630-4717-2FAA-F56EE8BC2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0CBCB-13B6-66BA-2545-0D9D4D948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80B8F-0AED-4DD0-B4BF-CA83597A2C8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CDAF9-0FDA-52B0-72CD-1420C3DBD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BC947-246D-4C9B-CE1B-3A672B6CE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F37B1-5AC7-4DF7-9079-80ABDF72B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13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E01FAC-B3F6-F2AE-3EE9-D95F8B7A1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C251D-2CDF-6855-3D16-268976E0F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B9FDE-9034-5A29-D4A7-37241D60E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8EE96-4978-4361-82B0-6CB06C8EE6E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EDBC4-E770-7C91-714A-F1E26C5BD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7406C-032D-5326-286C-68A57B835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D2912-25A0-4331-B863-B24DAA0E4EC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8025E-C73E-4FBE-2F23-88E6139EBF8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18188" y="6642100"/>
            <a:ext cx="581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605086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58CB24-D668-D8C7-ABC1-D50F1B450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FF87A-43DB-7DDF-96E1-BC5505D31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DE929-41BE-27CF-C73D-223430FD88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80B8F-0AED-4DD0-B4BF-CA83597A2C8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40122-5B8B-8A76-096A-5EF87DEFE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1E5BC-D9E7-7FC2-CD1E-2F83598E2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F37B1-5AC7-4DF7-9079-80ABDF72B05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0CAC6E-B46F-7A4F-05CF-ACACA4EF5F9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18188" y="6642100"/>
            <a:ext cx="581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507771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10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1.jp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microsoft.com/office/2007/relationships/hdphoto" Target="../media/hdphoto3.wdp"/><Relationship Id="rId11" Type="http://schemas.microsoft.com/office/2007/relationships/hdphoto" Target="../media/hdphoto2.wdp"/><Relationship Id="rId5" Type="http://schemas.openxmlformats.org/officeDocument/2006/relationships/image" Target="../media/image8.png"/><Relationship Id="rId10" Type="http://schemas.openxmlformats.org/officeDocument/2006/relationships/image" Target="../media/image6.png"/><Relationship Id="rId4" Type="http://schemas.openxmlformats.org/officeDocument/2006/relationships/image" Target="../media/image3.jpg"/><Relationship Id="rId9" Type="http://schemas.openxmlformats.org/officeDocument/2006/relationships/image" Target="../media/image5.png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1.jp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12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11" Type="http://schemas.microsoft.com/office/2007/relationships/hdphoto" Target="../media/hdphoto2.wdp"/><Relationship Id="rId5" Type="http://schemas.openxmlformats.org/officeDocument/2006/relationships/image" Target="../media/image8.png"/><Relationship Id="rId10" Type="http://schemas.openxmlformats.org/officeDocument/2006/relationships/image" Target="../media/image6.png"/><Relationship Id="rId4" Type="http://schemas.openxmlformats.org/officeDocument/2006/relationships/image" Target="../media/image3.jpg"/><Relationship Id="rId9" Type="http://schemas.openxmlformats.org/officeDocument/2006/relationships/image" Target="../media/image5.pn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FAF5A1-E4DA-7552-7C4C-05EC6CF5C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0445"/>
            <a:ext cx="9144000" cy="467735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8042B7B-5051-F89C-4C60-D35A183913DF}"/>
              </a:ext>
            </a:extLst>
          </p:cNvPr>
          <p:cNvSpPr/>
          <p:nvPr/>
        </p:nvSpPr>
        <p:spPr>
          <a:xfrm>
            <a:off x="2456953" y="2218415"/>
            <a:ext cx="922351" cy="3578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927ECB3-0F1C-E361-D6A9-2BB48556F898}"/>
              </a:ext>
            </a:extLst>
          </p:cNvPr>
          <p:cNvSpPr/>
          <p:nvPr/>
        </p:nvSpPr>
        <p:spPr>
          <a:xfrm>
            <a:off x="4143955" y="2218415"/>
            <a:ext cx="922351" cy="3578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54B4624-9C17-942B-E6EC-C22CC5648101}"/>
              </a:ext>
            </a:extLst>
          </p:cNvPr>
          <p:cNvSpPr/>
          <p:nvPr/>
        </p:nvSpPr>
        <p:spPr>
          <a:xfrm>
            <a:off x="5634824" y="2148178"/>
            <a:ext cx="922351" cy="3578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946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92238-DE30-6078-98FF-EEFC5961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F8AC2E-F3D5-69F4-E914-2EE1E9C42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06830" y="2617863"/>
            <a:ext cx="647392" cy="328527"/>
          </a:xfrm>
          <a:prstGeom prst="rect">
            <a:avLst/>
          </a:prstGeom>
        </p:spPr>
      </p:pic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E66FE407-CE80-A0FA-7111-1839082347F5}"/>
              </a:ext>
            </a:extLst>
          </p:cNvPr>
          <p:cNvSpPr/>
          <p:nvPr/>
        </p:nvSpPr>
        <p:spPr>
          <a:xfrm>
            <a:off x="8230653" y="2794488"/>
            <a:ext cx="647392" cy="191469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4" descr="A black silhouette of a person walking&#10;&#10;Description automatically generated with medium confidence">
            <a:extLst>
              <a:ext uri="{FF2B5EF4-FFF2-40B4-BE49-F238E27FC236}">
                <a16:creationId xmlns:a16="http://schemas.microsoft.com/office/drawing/2014/main" id="{62FF69CF-E785-A63C-1AE7-B71BA58E67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38000"/>
                    </a14:imgEffect>
                    <a14:imgEffect>
                      <a14:saturation sat="0"/>
                    </a14:imgEffect>
                    <a14:imgEffect>
                      <a14:brightnessContrast bright="18000"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2" t="1" r="1172" b="-5393"/>
          <a:stretch/>
        </p:blipFill>
        <p:spPr>
          <a:xfrm>
            <a:off x="1293780" y="3366979"/>
            <a:ext cx="486083" cy="409287"/>
          </a:xfrm>
          <a:prstGeom prst="rect">
            <a:avLst/>
          </a:prstGeom>
          <a:effectLst>
            <a:outerShdw blurRad="50800" dist="50800" dir="5400000" sx="4000" sy="4000" algn="ctr" rotWithShape="0">
              <a:srgbClr val="000000"/>
            </a:outerShdw>
          </a:effectLst>
        </p:spPr>
      </p:pic>
      <p:pic>
        <p:nvPicPr>
          <p:cNvPr id="10" name="Picture 9" descr="A black silhouette of a doctor&#10;&#10;Description automatically generated with low confidence">
            <a:extLst>
              <a:ext uri="{FF2B5EF4-FFF2-40B4-BE49-F238E27FC236}">
                <a16:creationId xmlns:a16="http://schemas.microsoft.com/office/drawing/2014/main" id="{7DC07291-EC01-9F67-1D73-5D41AEDC24C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603" y="3202237"/>
            <a:ext cx="894030" cy="694534"/>
          </a:xfrm>
          <a:prstGeom prst="rect">
            <a:avLst/>
          </a:prstGeom>
          <a:effectLst>
            <a:glow rad="127000">
              <a:schemeClr val="bg1"/>
            </a:glow>
            <a:outerShdw blurRad="50800" dist="50800" dir="5400000" algn="ctr" rotWithShape="0">
              <a:schemeClr val="bg1"/>
            </a:outerShdw>
          </a:effectLst>
        </p:spPr>
      </p:pic>
      <p:pic>
        <p:nvPicPr>
          <p:cNvPr id="12" name="Picture 11" descr="A black line icon of a person with gears and a clipboard&#10;&#10;Description automatically generated with low confidence">
            <a:extLst>
              <a:ext uri="{FF2B5EF4-FFF2-40B4-BE49-F238E27FC236}">
                <a16:creationId xmlns:a16="http://schemas.microsoft.com/office/drawing/2014/main" id="{3909835D-129C-FEA1-2A47-1BF996B78C9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78" b="-1978"/>
          <a:stretch/>
        </p:blipFill>
        <p:spPr>
          <a:xfrm>
            <a:off x="3522238" y="3030920"/>
            <a:ext cx="1053866" cy="894544"/>
          </a:xfrm>
          <a:prstGeom prst="rect">
            <a:avLst/>
          </a:prstGeom>
        </p:spPr>
      </p:pic>
      <p:pic>
        <p:nvPicPr>
          <p:cNvPr id="14" name="Picture 13" descr="A black house with a chimney&#10;&#10;Description automatically generated with low confidence">
            <a:extLst>
              <a:ext uri="{FF2B5EF4-FFF2-40B4-BE49-F238E27FC236}">
                <a16:creationId xmlns:a16="http://schemas.microsoft.com/office/drawing/2014/main" id="{0E11C62D-62D0-29B6-C7C7-E1FD6E2C837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525" y="2453598"/>
            <a:ext cx="439394" cy="328528"/>
          </a:xfrm>
          <a:prstGeom prst="rect">
            <a:avLst/>
          </a:prstGeom>
        </p:spPr>
      </p:pic>
      <p:pic>
        <p:nvPicPr>
          <p:cNvPr id="16" name="Picture 15" descr="A black and white ambulance&#10;&#10;Description automatically generated with low confidence">
            <a:extLst>
              <a:ext uri="{FF2B5EF4-FFF2-40B4-BE49-F238E27FC236}">
                <a16:creationId xmlns:a16="http://schemas.microsoft.com/office/drawing/2014/main" id="{D6C11857-4383-CCFA-5B7A-C0B29FC5CFF7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331" y="3322852"/>
            <a:ext cx="578923" cy="551911"/>
          </a:xfrm>
          <a:prstGeom prst="rect">
            <a:avLst/>
          </a:prstGeom>
        </p:spPr>
      </p:pic>
      <p:pic>
        <p:nvPicPr>
          <p:cNvPr id="18" name="Picture 17" descr="A black and white pictogram of a person on a chair&#10;&#10;Description automatically generated with low confidence">
            <a:extLst>
              <a:ext uri="{FF2B5EF4-FFF2-40B4-BE49-F238E27FC236}">
                <a16:creationId xmlns:a16="http://schemas.microsoft.com/office/drawing/2014/main" id="{45DBA3EC-477C-61FC-09FD-08D849AB8C3F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279" y="4532165"/>
            <a:ext cx="439672" cy="439672"/>
          </a:xfrm>
          <a:prstGeom prst="rect">
            <a:avLst/>
          </a:prstGeom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CED255B3-2A61-192B-7311-122CCDF9D946}"/>
              </a:ext>
            </a:extLst>
          </p:cNvPr>
          <p:cNvSpPr/>
          <p:nvPr/>
        </p:nvSpPr>
        <p:spPr>
          <a:xfrm>
            <a:off x="1907659" y="3555332"/>
            <a:ext cx="421419" cy="86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30300A5-08AD-D8AD-C300-337A7394AD27}"/>
              </a:ext>
            </a:extLst>
          </p:cNvPr>
          <p:cNvSpPr/>
          <p:nvPr/>
        </p:nvSpPr>
        <p:spPr>
          <a:xfrm>
            <a:off x="3067152" y="3548513"/>
            <a:ext cx="421419" cy="86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Bent 21">
            <a:extLst>
              <a:ext uri="{FF2B5EF4-FFF2-40B4-BE49-F238E27FC236}">
                <a16:creationId xmlns:a16="http://schemas.microsoft.com/office/drawing/2014/main" id="{95B3C083-F8EC-A0A7-7AE5-D0F14753B00F}"/>
              </a:ext>
            </a:extLst>
          </p:cNvPr>
          <p:cNvSpPr/>
          <p:nvPr/>
        </p:nvSpPr>
        <p:spPr>
          <a:xfrm>
            <a:off x="4537153" y="2617862"/>
            <a:ext cx="238444" cy="616931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13425626-43D1-6B4C-1F41-86580001DA3E}"/>
              </a:ext>
            </a:extLst>
          </p:cNvPr>
          <p:cNvSpPr/>
          <p:nvPr/>
        </p:nvSpPr>
        <p:spPr>
          <a:xfrm>
            <a:off x="4501290" y="3571622"/>
            <a:ext cx="421419" cy="869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D36ADF1F-E14C-0A5F-C8AD-63A840AA37AA}"/>
              </a:ext>
            </a:extLst>
          </p:cNvPr>
          <p:cNvSpPr/>
          <p:nvPr/>
        </p:nvSpPr>
        <p:spPr>
          <a:xfrm flipV="1">
            <a:off x="4576104" y="3925464"/>
            <a:ext cx="230257" cy="826537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599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silhouette of a person walking&#10;&#10;Description automatically generated with medium confidence">
            <a:extLst>
              <a:ext uri="{FF2B5EF4-FFF2-40B4-BE49-F238E27FC236}">
                <a16:creationId xmlns:a16="http://schemas.microsoft.com/office/drawing/2014/main" id="{8BEB65D1-318B-EBA8-DC2B-ADDAF28927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8000"/>
                    </a14:imgEffect>
                    <a14:imgEffect>
                      <a14:saturation sat="0"/>
                    </a14:imgEffect>
                    <a14:imgEffect>
                      <a14:brightnessContrast bright="18000"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2" t="1" r="1172" b="-5393"/>
          <a:stretch/>
        </p:blipFill>
        <p:spPr>
          <a:xfrm>
            <a:off x="241949" y="2832593"/>
            <a:ext cx="754245" cy="719108"/>
          </a:xfrm>
          <a:effectLst>
            <a:outerShdw blurRad="50800" dist="50800" dir="5400000" sx="4000" sy="4000" algn="ctr" rotWithShape="0">
              <a:srgbClr val="000000"/>
            </a:outerShdw>
          </a:effectLst>
        </p:spPr>
      </p:pic>
      <p:pic>
        <p:nvPicPr>
          <p:cNvPr id="20" name="Picture 19" descr="A black silhouette of a doctor&#10;&#10;Description automatically generated with low confidence">
            <a:extLst>
              <a:ext uri="{FF2B5EF4-FFF2-40B4-BE49-F238E27FC236}">
                <a16:creationId xmlns:a16="http://schemas.microsoft.com/office/drawing/2014/main" id="{C1917272-4AD3-47B4-A1CB-BCD7539B6EC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239" y="2734466"/>
            <a:ext cx="894030" cy="888190"/>
          </a:xfrm>
          <a:prstGeom prst="rect">
            <a:avLst/>
          </a:prstGeom>
          <a:effectLst>
            <a:glow rad="127000">
              <a:schemeClr val="bg1"/>
            </a:glow>
            <a:outerShdw blurRad="50800" dist="50800" dir="5400000" algn="ctr" rotWithShape="0">
              <a:schemeClr val="bg1"/>
            </a:outerShdw>
          </a:effectLst>
        </p:spPr>
      </p:pic>
      <p:pic>
        <p:nvPicPr>
          <p:cNvPr id="28" name="Picture 27" descr="A black line icon of a person with gears and a clipboard&#10;&#10;Description automatically generated with low confidence">
            <a:extLst>
              <a:ext uri="{FF2B5EF4-FFF2-40B4-BE49-F238E27FC236}">
                <a16:creationId xmlns:a16="http://schemas.microsoft.com/office/drawing/2014/main" id="{9E9EEB22-629B-DD96-FBEF-D93062910BF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978" b="-1978"/>
          <a:stretch/>
        </p:blipFill>
        <p:spPr>
          <a:xfrm>
            <a:off x="6986498" y="1170229"/>
            <a:ext cx="1053866" cy="792590"/>
          </a:xfrm>
          <a:prstGeom prst="rect">
            <a:avLst/>
          </a:prstGeom>
        </p:spPr>
      </p:pic>
      <p:pic>
        <p:nvPicPr>
          <p:cNvPr id="29" name="Picture 28" descr="A black line icon of a person with gears and a clipboard&#10;&#10;Description automatically generated with low confidence">
            <a:extLst>
              <a:ext uri="{FF2B5EF4-FFF2-40B4-BE49-F238E27FC236}">
                <a16:creationId xmlns:a16="http://schemas.microsoft.com/office/drawing/2014/main" id="{5E037ED9-78DD-3424-775B-9B62EE25BF1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78" b="-1978"/>
          <a:stretch/>
        </p:blipFill>
        <p:spPr>
          <a:xfrm>
            <a:off x="6951760" y="2703713"/>
            <a:ext cx="1053866" cy="894544"/>
          </a:xfrm>
          <a:prstGeom prst="rect">
            <a:avLst/>
          </a:prstGeom>
        </p:spPr>
      </p:pic>
      <p:pic>
        <p:nvPicPr>
          <p:cNvPr id="30" name="Picture 29" descr="A black line icon of a person with gears and a clipboard&#10;&#10;Description automatically generated with low confidence">
            <a:extLst>
              <a:ext uri="{FF2B5EF4-FFF2-40B4-BE49-F238E27FC236}">
                <a16:creationId xmlns:a16="http://schemas.microsoft.com/office/drawing/2014/main" id="{A4E551D5-3E89-29F9-97DD-FB672F1F160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78" b="-1978"/>
          <a:stretch/>
        </p:blipFill>
        <p:spPr>
          <a:xfrm>
            <a:off x="6961107" y="4144284"/>
            <a:ext cx="1185578" cy="847701"/>
          </a:xfrm>
          <a:prstGeom prst="rect">
            <a:avLst/>
          </a:prstGeom>
        </p:spPr>
      </p:pic>
      <p:pic>
        <p:nvPicPr>
          <p:cNvPr id="32" name="Picture 31" descr="A black and white icon of a document&#10;&#10;Description automatically generated with low confidence">
            <a:extLst>
              <a:ext uri="{FF2B5EF4-FFF2-40B4-BE49-F238E27FC236}">
                <a16:creationId xmlns:a16="http://schemas.microsoft.com/office/drawing/2014/main" id="{B130EAC5-9BAE-0F7F-D235-972D719A0F8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143" y="4108423"/>
            <a:ext cx="793859" cy="888587"/>
          </a:xfrm>
          <a:prstGeom prst="rect">
            <a:avLst/>
          </a:prstGeom>
        </p:spPr>
      </p:pic>
      <p:pic>
        <p:nvPicPr>
          <p:cNvPr id="36" name="Picture 35" descr="A black house with a chimney&#10;&#10;Description automatically generated with low confidence">
            <a:extLst>
              <a:ext uri="{FF2B5EF4-FFF2-40B4-BE49-F238E27FC236}">
                <a16:creationId xmlns:a16="http://schemas.microsoft.com/office/drawing/2014/main" id="{C8FFC304-17E8-FE14-5340-8D3BE9A244B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344" y="1278421"/>
            <a:ext cx="628651" cy="470033"/>
          </a:xfrm>
          <a:prstGeom prst="rect">
            <a:avLst/>
          </a:prstGeom>
        </p:spPr>
      </p:pic>
      <p:pic>
        <p:nvPicPr>
          <p:cNvPr id="38" name="Picture 37" descr="A black and white ambulance&#10;&#10;Description automatically generated with low confidence">
            <a:extLst>
              <a:ext uri="{FF2B5EF4-FFF2-40B4-BE49-F238E27FC236}">
                <a16:creationId xmlns:a16="http://schemas.microsoft.com/office/drawing/2014/main" id="{23D88326-4171-1E94-7FEE-FF3E3112D07B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344" y="2782794"/>
            <a:ext cx="754303" cy="719108"/>
          </a:xfrm>
          <a:prstGeom prst="rect">
            <a:avLst/>
          </a:prstGeom>
        </p:spPr>
      </p:pic>
      <p:pic>
        <p:nvPicPr>
          <p:cNvPr id="53" name="Graphic 52" descr="Thumbs up sign with solid fill">
            <a:extLst>
              <a:ext uri="{FF2B5EF4-FFF2-40B4-BE49-F238E27FC236}">
                <a16:creationId xmlns:a16="http://schemas.microsoft.com/office/drawing/2014/main" id="{0742A426-8375-7D0A-1E64-61ECCB5884BB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52161" y="6311342"/>
            <a:ext cx="754303" cy="510023"/>
          </a:xfrm>
          <a:prstGeom prst="rect">
            <a:avLst/>
          </a:prstGeom>
        </p:spPr>
      </p:pic>
      <p:pic>
        <p:nvPicPr>
          <p:cNvPr id="13" name="Picture 12" descr="A picture containing bench, furniture&#10;&#10;Description automatically generated">
            <a:extLst>
              <a:ext uri="{FF2B5EF4-FFF2-40B4-BE49-F238E27FC236}">
                <a16:creationId xmlns:a16="http://schemas.microsoft.com/office/drawing/2014/main" id="{246A8BAA-5F11-DACC-2DF1-AEDE002DFCAE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7" y="1584959"/>
            <a:ext cx="736196" cy="520871"/>
          </a:xfrm>
          <a:prstGeom prst="rect">
            <a:avLst/>
          </a:prstGeom>
        </p:spPr>
      </p:pic>
      <p:pic>
        <p:nvPicPr>
          <p:cNvPr id="10" name="Picture 9" descr="A black and white pictogram of a person on a chair&#10;&#10;Description automatically generated with low confidence">
            <a:extLst>
              <a:ext uri="{FF2B5EF4-FFF2-40B4-BE49-F238E27FC236}">
                <a16:creationId xmlns:a16="http://schemas.microsoft.com/office/drawing/2014/main" id="{F5BB7646-B23B-6691-7FD0-5E913766AA70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264" y="4274028"/>
            <a:ext cx="574462" cy="574462"/>
          </a:xfrm>
          <a:prstGeom prst="rect">
            <a:avLst/>
          </a:prstGeom>
        </p:spPr>
      </p:pic>
      <p:sp>
        <p:nvSpPr>
          <p:cNvPr id="12" name="Arrow: Bent 11">
            <a:extLst>
              <a:ext uri="{FF2B5EF4-FFF2-40B4-BE49-F238E27FC236}">
                <a16:creationId xmlns:a16="http://schemas.microsoft.com/office/drawing/2014/main" id="{DF947832-6399-5374-3AFF-716318252D2D}"/>
              </a:ext>
            </a:extLst>
          </p:cNvPr>
          <p:cNvSpPr/>
          <p:nvPr/>
        </p:nvSpPr>
        <p:spPr>
          <a:xfrm>
            <a:off x="426283" y="1653352"/>
            <a:ext cx="1609344" cy="794159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16" name="Arrow: Notched Right 15">
            <a:extLst>
              <a:ext uri="{FF2B5EF4-FFF2-40B4-BE49-F238E27FC236}">
                <a16:creationId xmlns:a16="http://schemas.microsoft.com/office/drawing/2014/main" id="{1762FD16-EF8F-896D-2E42-36CDEC60FF5B}"/>
              </a:ext>
            </a:extLst>
          </p:cNvPr>
          <p:cNvSpPr/>
          <p:nvPr/>
        </p:nvSpPr>
        <p:spPr>
          <a:xfrm>
            <a:off x="5029200" y="2949558"/>
            <a:ext cx="1971675" cy="510023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Arrow: Notched Right 16">
            <a:extLst>
              <a:ext uri="{FF2B5EF4-FFF2-40B4-BE49-F238E27FC236}">
                <a16:creationId xmlns:a16="http://schemas.microsoft.com/office/drawing/2014/main" id="{115680C1-1052-DB01-666C-A9AC94131BA1}"/>
              </a:ext>
            </a:extLst>
          </p:cNvPr>
          <p:cNvSpPr/>
          <p:nvPr/>
        </p:nvSpPr>
        <p:spPr>
          <a:xfrm>
            <a:off x="8106220" y="4306248"/>
            <a:ext cx="2739531" cy="510023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Arrow: Notched Right 17">
            <a:extLst>
              <a:ext uri="{FF2B5EF4-FFF2-40B4-BE49-F238E27FC236}">
                <a16:creationId xmlns:a16="http://schemas.microsoft.com/office/drawing/2014/main" id="{4163A0B7-9579-2F38-A5A4-C147349B24CF}"/>
              </a:ext>
            </a:extLst>
          </p:cNvPr>
          <p:cNvSpPr/>
          <p:nvPr/>
        </p:nvSpPr>
        <p:spPr>
          <a:xfrm>
            <a:off x="8005626" y="2918977"/>
            <a:ext cx="2840125" cy="510023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Arrow: Notched Right 18">
            <a:extLst>
              <a:ext uri="{FF2B5EF4-FFF2-40B4-BE49-F238E27FC236}">
                <a16:creationId xmlns:a16="http://schemas.microsoft.com/office/drawing/2014/main" id="{B83736A6-B0DF-0DD7-B2BD-E104A73F6571}"/>
              </a:ext>
            </a:extLst>
          </p:cNvPr>
          <p:cNvSpPr/>
          <p:nvPr/>
        </p:nvSpPr>
        <p:spPr>
          <a:xfrm>
            <a:off x="8058895" y="1311513"/>
            <a:ext cx="2733585" cy="510023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Arrow: Bent 20">
            <a:extLst>
              <a:ext uri="{FF2B5EF4-FFF2-40B4-BE49-F238E27FC236}">
                <a16:creationId xmlns:a16="http://schemas.microsoft.com/office/drawing/2014/main" id="{4B5D6DD1-8238-5199-5C1C-1046EB28FAA5}"/>
              </a:ext>
            </a:extLst>
          </p:cNvPr>
          <p:cNvSpPr/>
          <p:nvPr/>
        </p:nvSpPr>
        <p:spPr>
          <a:xfrm flipV="1">
            <a:off x="453015" y="3961186"/>
            <a:ext cx="1493281" cy="794160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row: Bent 21">
            <a:extLst>
              <a:ext uri="{FF2B5EF4-FFF2-40B4-BE49-F238E27FC236}">
                <a16:creationId xmlns:a16="http://schemas.microsoft.com/office/drawing/2014/main" id="{EF897AFC-BFCE-37AA-D5C0-52EC2C8C9B63}"/>
              </a:ext>
            </a:extLst>
          </p:cNvPr>
          <p:cNvSpPr/>
          <p:nvPr/>
        </p:nvSpPr>
        <p:spPr>
          <a:xfrm>
            <a:off x="4522851" y="1283362"/>
            <a:ext cx="2478024" cy="1216152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Arrow: Notched Right 23">
            <a:extLst>
              <a:ext uri="{FF2B5EF4-FFF2-40B4-BE49-F238E27FC236}">
                <a16:creationId xmlns:a16="http://schemas.microsoft.com/office/drawing/2014/main" id="{0C266FC8-F131-9514-BE59-D924311357C5}"/>
              </a:ext>
            </a:extLst>
          </p:cNvPr>
          <p:cNvSpPr/>
          <p:nvPr/>
        </p:nvSpPr>
        <p:spPr>
          <a:xfrm>
            <a:off x="2878002" y="1624249"/>
            <a:ext cx="1483043" cy="481581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Arrow: Notched Right 24">
            <a:extLst>
              <a:ext uri="{FF2B5EF4-FFF2-40B4-BE49-F238E27FC236}">
                <a16:creationId xmlns:a16="http://schemas.microsoft.com/office/drawing/2014/main" id="{4C3CE2ED-CF07-6E77-9A7C-CEA74B8D1AEB}"/>
              </a:ext>
            </a:extLst>
          </p:cNvPr>
          <p:cNvSpPr/>
          <p:nvPr/>
        </p:nvSpPr>
        <p:spPr>
          <a:xfrm>
            <a:off x="1199656" y="2963016"/>
            <a:ext cx="3161389" cy="510023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38201908-DFF5-694B-07ED-59D8FBF80F1F}"/>
              </a:ext>
            </a:extLst>
          </p:cNvPr>
          <p:cNvSpPr/>
          <p:nvPr/>
        </p:nvSpPr>
        <p:spPr>
          <a:xfrm flipV="1">
            <a:off x="4520306" y="3749040"/>
            <a:ext cx="2480569" cy="1218453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Arrow: Bent 26">
            <a:extLst>
              <a:ext uri="{FF2B5EF4-FFF2-40B4-BE49-F238E27FC236}">
                <a16:creationId xmlns:a16="http://schemas.microsoft.com/office/drawing/2014/main" id="{E8DDF159-EE3F-B7BB-F35D-DACAE3F2094D}"/>
              </a:ext>
            </a:extLst>
          </p:cNvPr>
          <p:cNvSpPr/>
          <p:nvPr/>
        </p:nvSpPr>
        <p:spPr>
          <a:xfrm flipV="1">
            <a:off x="7558866" y="6106491"/>
            <a:ext cx="1185578" cy="666054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Bent 30">
            <a:extLst>
              <a:ext uri="{FF2B5EF4-FFF2-40B4-BE49-F238E27FC236}">
                <a16:creationId xmlns:a16="http://schemas.microsoft.com/office/drawing/2014/main" id="{67B3C5A2-6503-4990-C248-82CA8AB3992C}"/>
              </a:ext>
            </a:extLst>
          </p:cNvPr>
          <p:cNvSpPr/>
          <p:nvPr/>
        </p:nvSpPr>
        <p:spPr>
          <a:xfrm rot="16200000" flipV="1">
            <a:off x="10459454" y="5496641"/>
            <a:ext cx="666051" cy="1756596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row: Notched Right 14">
            <a:extLst>
              <a:ext uri="{FF2B5EF4-FFF2-40B4-BE49-F238E27FC236}">
                <a16:creationId xmlns:a16="http://schemas.microsoft.com/office/drawing/2014/main" id="{1066F5B6-47D8-F9DE-20BC-1FA5A8859AB0}"/>
              </a:ext>
            </a:extLst>
          </p:cNvPr>
          <p:cNvSpPr/>
          <p:nvPr/>
        </p:nvSpPr>
        <p:spPr>
          <a:xfrm>
            <a:off x="8603864" y="5077521"/>
            <a:ext cx="1310317" cy="142613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Arrow: Notched Right 22">
            <a:extLst>
              <a:ext uri="{FF2B5EF4-FFF2-40B4-BE49-F238E27FC236}">
                <a16:creationId xmlns:a16="http://schemas.microsoft.com/office/drawing/2014/main" id="{2355062C-122C-0AD1-3427-86D88242D3C5}"/>
              </a:ext>
            </a:extLst>
          </p:cNvPr>
          <p:cNvSpPr/>
          <p:nvPr/>
        </p:nvSpPr>
        <p:spPr>
          <a:xfrm>
            <a:off x="8603863" y="5526671"/>
            <a:ext cx="1310317" cy="142613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Arrow: Notched Right 32">
            <a:extLst>
              <a:ext uri="{FF2B5EF4-FFF2-40B4-BE49-F238E27FC236}">
                <a16:creationId xmlns:a16="http://schemas.microsoft.com/office/drawing/2014/main" id="{EA5378B2-C54A-A6C2-12DE-3D93D48BDA14}"/>
              </a:ext>
            </a:extLst>
          </p:cNvPr>
          <p:cNvSpPr/>
          <p:nvPr/>
        </p:nvSpPr>
        <p:spPr>
          <a:xfrm>
            <a:off x="8603863" y="5975822"/>
            <a:ext cx="1310317" cy="139174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130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Bent-Up 2">
            <a:extLst>
              <a:ext uri="{FF2B5EF4-FFF2-40B4-BE49-F238E27FC236}">
                <a16:creationId xmlns:a16="http://schemas.microsoft.com/office/drawing/2014/main" id="{14AA67F7-F497-D2F2-5133-B6FA168D8A8C}"/>
              </a:ext>
            </a:extLst>
          </p:cNvPr>
          <p:cNvSpPr/>
          <p:nvPr/>
        </p:nvSpPr>
        <p:spPr>
          <a:xfrm>
            <a:off x="3967993" y="767063"/>
            <a:ext cx="703261" cy="622234"/>
          </a:xfrm>
          <a:prstGeom prst="bentUpArrow">
            <a:avLst/>
          </a:prstGeom>
          <a:ln>
            <a:solidFill>
              <a:schemeClr val="accent1">
                <a:shade val="15000"/>
              </a:schemeClr>
            </a:solidFill>
          </a:ln>
          <a:scene3d>
            <a:camera prst="orthographicFront">
              <a:rot lat="0" lon="21299997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ack silhouette of a person walking&#10;&#10;Description automatically generated with medium confidence">
            <a:extLst>
              <a:ext uri="{FF2B5EF4-FFF2-40B4-BE49-F238E27FC236}">
                <a16:creationId xmlns:a16="http://schemas.microsoft.com/office/drawing/2014/main" id="{8BEB65D1-318B-EBA8-DC2B-ADDAF28927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8000"/>
                    </a14:imgEffect>
                    <a14:imgEffect>
                      <a14:saturation sat="0"/>
                    </a14:imgEffect>
                    <a14:imgEffect>
                      <a14:brightnessContrast bright="18000" contrast="-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2" t="1" r="1172" b="-5393"/>
          <a:stretch/>
        </p:blipFill>
        <p:spPr>
          <a:xfrm>
            <a:off x="241949" y="2832593"/>
            <a:ext cx="754245" cy="719108"/>
          </a:xfrm>
          <a:effectLst>
            <a:outerShdw blurRad="50800" dist="50800" dir="5400000" sx="4000" sy="4000" algn="ctr" rotWithShape="0">
              <a:srgbClr val="000000"/>
            </a:outerShdw>
          </a:effectLst>
        </p:spPr>
      </p:pic>
      <p:pic>
        <p:nvPicPr>
          <p:cNvPr id="20" name="Picture 19" descr="A black silhouette of a doctor&#10;&#10;Description automatically generated with low confidence">
            <a:extLst>
              <a:ext uri="{FF2B5EF4-FFF2-40B4-BE49-F238E27FC236}">
                <a16:creationId xmlns:a16="http://schemas.microsoft.com/office/drawing/2014/main" id="{C1917272-4AD3-47B4-A1CB-BCD7539B6EC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239" y="2734466"/>
            <a:ext cx="894030" cy="888190"/>
          </a:xfrm>
          <a:prstGeom prst="rect">
            <a:avLst/>
          </a:prstGeom>
          <a:effectLst>
            <a:glow rad="127000">
              <a:schemeClr val="bg1"/>
            </a:glow>
            <a:outerShdw blurRad="50800" dist="50800" dir="5400000" algn="ctr" rotWithShape="0">
              <a:schemeClr val="bg1"/>
            </a:outerShdw>
          </a:effectLst>
        </p:spPr>
      </p:pic>
      <p:pic>
        <p:nvPicPr>
          <p:cNvPr id="28" name="Picture 27" descr="A black line icon of a person with gears and a clipboard&#10;&#10;Description automatically generated with low confidence">
            <a:extLst>
              <a:ext uri="{FF2B5EF4-FFF2-40B4-BE49-F238E27FC236}">
                <a16:creationId xmlns:a16="http://schemas.microsoft.com/office/drawing/2014/main" id="{9E9EEB22-629B-DD96-FBEF-D93062910BF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1978" b="-1978"/>
          <a:stretch/>
        </p:blipFill>
        <p:spPr>
          <a:xfrm>
            <a:off x="6986498" y="1170229"/>
            <a:ext cx="1053866" cy="792590"/>
          </a:xfrm>
          <a:prstGeom prst="rect">
            <a:avLst/>
          </a:prstGeom>
        </p:spPr>
      </p:pic>
      <p:pic>
        <p:nvPicPr>
          <p:cNvPr id="29" name="Picture 28" descr="A black line icon of a person with gears and a clipboard&#10;&#10;Description automatically generated with low confidence">
            <a:extLst>
              <a:ext uri="{FF2B5EF4-FFF2-40B4-BE49-F238E27FC236}">
                <a16:creationId xmlns:a16="http://schemas.microsoft.com/office/drawing/2014/main" id="{5E037ED9-78DD-3424-775B-9B62EE25BF1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78" b="-1978"/>
          <a:stretch/>
        </p:blipFill>
        <p:spPr>
          <a:xfrm>
            <a:off x="6951760" y="2703713"/>
            <a:ext cx="1053866" cy="894544"/>
          </a:xfrm>
          <a:prstGeom prst="rect">
            <a:avLst/>
          </a:prstGeom>
        </p:spPr>
      </p:pic>
      <p:pic>
        <p:nvPicPr>
          <p:cNvPr id="30" name="Picture 29" descr="A black line icon of a person with gears and a clipboard&#10;&#10;Description automatically generated with low confidence">
            <a:extLst>
              <a:ext uri="{FF2B5EF4-FFF2-40B4-BE49-F238E27FC236}">
                <a16:creationId xmlns:a16="http://schemas.microsoft.com/office/drawing/2014/main" id="{A4E551D5-3E89-29F9-97DD-FB672F1F160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78" b="-1978"/>
          <a:stretch/>
        </p:blipFill>
        <p:spPr>
          <a:xfrm>
            <a:off x="6961107" y="4144284"/>
            <a:ext cx="1185578" cy="847701"/>
          </a:xfrm>
          <a:prstGeom prst="rect">
            <a:avLst/>
          </a:prstGeom>
        </p:spPr>
      </p:pic>
      <p:pic>
        <p:nvPicPr>
          <p:cNvPr id="32" name="Picture 31" descr="A black and white icon of a document&#10;&#10;Description automatically generated with low confidence">
            <a:extLst>
              <a:ext uri="{FF2B5EF4-FFF2-40B4-BE49-F238E27FC236}">
                <a16:creationId xmlns:a16="http://schemas.microsoft.com/office/drawing/2014/main" id="{B130EAC5-9BAE-0F7F-D235-972D719A0F8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143" y="4108423"/>
            <a:ext cx="793859" cy="888587"/>
          </a:xfrm>
          <a:prstGeom prst="rect">
            <a:avLst/>
          </a:prstGeom>
        </p:spPr>
      </p:pic>
      <p:pic>
        <p:nvPicPr>
          <p:cNvPr id="36" name="Picture 35" descr="A black house with a chimney&#10;&#10;Description automatically generated with low confidence">
            <a:extLst>
              <a:ext uri="{FF2B5EF4-FFF2-40B4-BE49-F238E27FC236}">
                <a16:creationId xmlns:a16="http://schemas.microsoft.com/office/drawing/2014/main" id="{C8FFC304-17E8-FE14-5340-8D3BE9A244B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344" y="1278421"/>
            <a:ext cx="628651" cy="470033"/>
          </a:xfrm>
          <a:prstGeom prst="rect">
            <a:avLst/>
          </a:prstGeom>
        </p:spPr>
      </p:pic>
      <p:pic>
        <p:nvPicPr>
          <p:cNvPr id="38" name="Picture 37" descr="A black and white ambulance&#10;&#10;Description automatically generated with low confidence">
            <a:extLst>
              <a:ext uri="{FF2B5EF4-FFF2-40B4-BE49-F238E27FC236}">
                <a16:creationId xmlns:a16="http://schemas.microsoft.com/office/drawing/2014/main" id="{23D88326-4171-1E94-7FEE-FF3E3112D07B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344" y="2782794"/>
            <a:ext cx="754303" cy="719108"/>
          </a:xfrm>
          <a:prstGeom prst="rect">
            <a:avLst/>
          </a:prstGeom>
        </p:spPr>
      </p:pic>
      <p:pic>
        <p:nvPicPr>
          <p:cNvPr id="53" name="Graphic 52" descr="Thumbs up sign with solid fill">
            <a:extLst>
              <a:ext uri="{FF2B5EF4-FFF2-40B4-BE49-F238E27FC236}">
                <a16:creationId xmlns:a16="http://schemas.microsoft.com/office/drawing/2014/main" id="{0742A426-8375-7D0A-1E64-61ECCB5884BB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52161" y="6311342"/>
            <a:ext cx="754303" cy="510023"/>
          </a:xfrm>
          <a:prstGeom prst="rect">
            <a:avLst/>
          </a:prstGeom>
        </p:spPr>
      </p:pic>
      <p:pic>
        <p:nvPicPr>
          <p:cNvPr id="13" name="Picture 12" descr="A picture containing bench, furniture&#10;&#10;Description automatically generated">
            <a:extLst>
              <a:ext uri="{FF2B5EF4-FFF2-40B4-BE49-F238E27FC236}">
                <a16:creationId xmlns:a16="http://schemas.microsoft.com/office/drawing/2014/main" id="{246A8BAA-5F11-DACC-2DF1-AEDE002DFCAE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07" y="1584959"/>
            <a:ext cx="736196" cy="520871"/>
          </a:xfrm>
          <a:prstGeom prst="rect">
            <a:avLst/>
          </a:prstGeom>
        </p:spPr>
      </p:pic>
      <p:pic>
        <p:nvPicPr>
          <p:cNvPr id="10" name="Picture 9" descr="A black and white pictogram of a person on a chair&#10;&#10;Description automatically generated with low confidence">
            <a:extLst>
              <a:ext uri="{FF2B5EF4-FFF2-40B4-BE49-F238E27FC236}">
                <a16:creationId xmlns:a16="http://schemas.microsoft.com/office/drawing/2014/main" id="{F5BB7646-B23B-6691-7FD0-5E913766AA70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2264" y="4274028"/>
            <a:ext cx="574462" cy="574462"/>
          </a:xfrm>
          <a:prstGeom prst="rect">
            <a:avLst/>
          </a:prstGeom>
        </p:spPr>
      </p:pic>
      <p:sp>
        <p:nvSpPr>
          <p:cNvPr id="12" name="Arrow: Bent 11">
            <a:extLst>
              <a:ext uri="{FF2B5EF4-FFF2-40B4-BE49-F238E27FC236}">
                <a16:creationId xmlns:a16="http://schemas.microsoft.com/office/drawing/2014/main" id="{DF947832-6399-5374-3AFF-716318252D2D}"/>
              </a:ext>
            </a:extLst>
          </p:cNvPr>
          <p:cNvSpPr/>
          <p:nvPr/>
        </p:nvSpPr>
        <p:spPr>
          <a:xfrm>
            <a:off x="426283" y="1653352"/>
            <a:ext cx="1609344" cy="794159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6" name="Arrow: Notched Right 15">
            <a:extLst>
              <a:ext uri="{FF2B5EF4-FFF2-40B4-BE49-F238E27FC236}">
                <a16:creationId xmlns:a16="http://schemas.microsoft.com/office/drawing/2014/main" id="{1762FD16-EF8F-896D-2E42-36CDEC60FF5B}"/>
              </a:ext>
            </a:extLst>
          </p:cNvPr>
          <p:cNvSpPr/>
          <p:nvPr/>
        </p:nvSpPr>
        <p:spPr>
          <a:xfrm>
            <a:off x="5029200" y="2949558"/>
            <a:ext cx="1971675" cy="510023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Notched Right 16">
            <a:extLst>
              <a:ext uri="{FF2B5EF4-FFF2-40B4-BE49-F238E27FC236}">
                <a16:creationId xmlns:a16="http://schemas.microsoft.com/office/drawing/2014/main" id="{115680C1-1052-DB01-666C-A9AC94131BA1}"/>
              </a:ext>
            </a:extLst>
          </p:cNvPr>
          <p:cNvSpPr/>
          <p:nvPr/>
        </p:nvSpPr>
        <p:spPr>
          <a:xfrm>
            <a:off x="8106220" y="4306248"/>
            <a:ext cx="2739531" cy="510023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Notched Right 17">
            <a:extLst>
              <a:ext uri="{FF2B5EF4-FFF2-40B4-BE49-F238E27FC236}">
                <a16:creationId xmlns:a16="http://schemas.microsoft.com/office/drawing/2014/main" id="{4163A0B7-9579-2F38-A5A4-C147349B24CF}"/>
              </a:ext>
            </a:extLst>
          </p:cNvPr>
          <p:cNvSpPr/>
          <p:nvPr/>
        </p:nvSpPr>
        <p:spPr>
          <a:xfrm>
            <a:off x="8005626" y="2918977"/>
            <a:ext cx="2840125" cy="510023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Notched Right 18">
            <a:extLst>
              <a:ext uri="{FF2B5EF4-FFF2-40B4-BE49-F238E27FC236}">
                <a16:creationId xmlns:a16="http://schemas.microsoft.com/office/drawing/2014/main" id="{B83736A6-B0DF-0DD7-B2BD-E104A73F6571}"/>
              </a:ext>
            </a:extLst>
          </p:cNvPr>
          <p:cNvSpPr/>
          <p:nvPr/>
        </p:nvSpPr>
        <p:spPr>
          <a:xfrm>
            <a:off x="8058895" y="1311513"/>
            <a:ext cx="2733585" cy="510023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Bent 20">
            <a:extLst>
              <a:ext uri="{FF2B5EF4-FFF2-40B4-BE49-F238E27FC236}">
                <a16:creationId xmlns:a16="http://schemas.microsoft.com/office/drawing/2014/main" id="{4B5D6DD1-8238-5199-5C1C-1046EB28FAA5}"/>
              </a:ext>
            </a:extLst>
          </p:cNvPr>
          <p:cNvSpPr/>
          <p:nvPr/>
        </p:nvSpPr>
        <p:spPr>
          <a:xfrm flipV="1">
            <a:off x="453015" y="3961186"/>
            <a:ext cx="1493281" cy="794160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Bent 21">
            <a:extLst>
              <a:ext uri="{FF2B5EF4-FFF2-40B4-BE49-F238E27FC236}">
                <a16:creationId xmlns:a16="http://schemas.microsoft.com/office/drawing/2014/main" id="{EF897AFC-BFCE-37AA-D5C0-52EC2C8C9B63}"/>
              </a:ext>
            </a:extLst>
          </p:cNvPr>
          <p:cNvSpPr/>
          <p:nvPr/>
        </p:nvSpPr>
        <p:spPr>
          <a:xfrm>
            <a:off x="4522851" y="1283362"/>
            <a:ext cx="2478024" cy="1216152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Arrow: Notched Right 23">
            <a:extLst>
              <a:ext uri="{FF2B5EF4-FFF2-40B4-BE49-F238E27FC236}">
                <a16:creationId xmlns:a16="http://schemas.microsoft.com/office/drawing/2014/main" id="{0C266FC8-F131-9514-BE59-D924311357C5}"/>
              </a:ext>
            </a:extLst>
          </p:cNvPr>
          <p:cNvSpPr/>
          <p:nvPr/>
        </p:nvSpPr>
        <p:spPr>
          <a:xfrm>
            <a:off x="2878002" y="1624249"/>
            <a:ext cx="1483043" cy="481581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Arrow: Notched Right 24">
            <a:extLst>
              <a:ext uri="{FF2B5EF4-FFF2-40B4-BE49-F238E27FC236}">
                <a16:creationId xmlns:a16="http://schemas.microsoft.com/office/drawing/2014/main" id="{4C3CE2ED-CF07-6E77-9A7C-CEA74B8D1AEB}"/>
              </a:ext>
            </a:extLst>
          </p:cNvPr>
          <p:cNvSpPr/>
          <p:nvPr/>
        </p:nvSpPr>
        <p:spPr>
          <a:xfrm>
            <a:off x="1199656" y="2963016"/>
            <a:ext cx="3161389" cy="510023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38201908-DFF5-694B-07ED-59D8FBF80F1F}"/>
              </a:ext>
            </a:extLst>
          </p:cNvPr>
          <p:cNvSpPr/>
          <p:nvPr/>
        </p:nvSpPr>
        <p:spPr>
          <a:xfrm flipV="1">
            <a:off x="4520306" y="3749040"/>
            <a:ext cx="2480569" cy="1218453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Arrow: Bent 26">
            <a:extLst>
              <a:ext uri="{FF2B5EF4-FFF2-40B4-BE49-F238E27FC236}">
                <a16:creationId xmlns:a16="http://schemas.microsoft.com/office/drawing/2014/main" id="{E8DDF159-EE3F-B7BB-F35D-DACAE3F2094D}"/>
              </a:ext>
            </a:extLst>
          </p:cNvPr>
          <p:cNvSpPr/>
          <p:nvPr/>
        </p:nvSpPr>
        <p:spPr>
          <a:xfrm flipV="1">
            <a:off x="7558866" y="6106491"/>
            <a:ext cx="1185578" cy="666054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Arrow: Bent 30">
            <a:extLst>
              <a:ext uri="{FF2B5EF4-FFF2-40B4-BE49-F238E27FC236}">
                <a16:creationId xmlns:a16="http://schemas.microsoft.com/office/drawing/2014/main" id="{67B3C5A2-6503-4990-C248-82CA8AB3992C}"/>
              </a:ext>
            </a:extLst>
          </p:cNvPr>
          <p:cNvSpPr/>
          <p:nvPr/>
        </p:nvSpPr>
        <p:spPr>
          <a:xfrm rot="16200000" flipV="1">
            <a:off x="10459454" y="5496641"/>
            <a:ext cx="666051" cy="1756596"/>
          </a:xfrm>
          <a:prstGeom prst="ben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Arrow: Notched Right 14">
            <a:extLst>
              <a:ext uri="{FF2B5EF4-FFF2-40B4-BE49-F238E27FC236}">
                <a16:creationId xmlns:a16="http://schemas.microsoft.com/office/drawing/2014/main" id="{1066F5B6-47D8-F9DE-20BC-1FA5A8859AB0}"/>
              </a:ext>
            </a:extLst>
          </p:cNvPr>
          <p:cNvSpPr/>
          <p:nvPr/>
        </p:nvSpPr>
        <p:spPr>
          <a:xfrm>
            <a:off x="8603864" y="5077521"/>
            <a:ext cx="1310317" cy="142613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Notched Right 22">
            <a:extLst>
              <a:ext uri="{FF2B5EF4-FFF2-40B4-BE49-F238E27FC236}">
                <a16:creationId xmlns:a16="http://schemas.microsoft.com/office/drawing/2014/main" id="{2355062C-122C-0AD1-3427-86D88242D3C5}"/>
              </a:ext>
            </a:extLst>
          </p:cNvPr>
          <p:cNvSpPr/>
          <p:nvPr/>
        </p:nvSpPr>
        <p:spPr>
          <a:xfrm>
            <a:off x="8603863" y="5526671"/>
            <a:ext cx="1310317" cy="142613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Notched Right 32">
            <a:extLst>
              <a:ext uri="{FF2B5EF4-FFF2-40B4-BE49-F238E27FC236}">
                <a16:creationId xmlns:a16="http://schemas.microsoft.com/office/drawing/2014/main" id="{EA5378B2-C54A-A6C2-12DE-3D93D48BDA14}"/>
              </a:ext>
            </a:extLst>
          </p:cNvPr>
          <p:cNvSpPr/>
          <p:nvPr/>
        </p:nvSpPr>
        <p:spPr>
          <a:xfrm>
            <a:off x="8603863" y="5975822"/>
            <a:ext cx="1310317" cy="139174"/>
          </a:xfrm>
          <a:prstGeom prst="notched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row: Circular 1">
            <a:extLst>
              <a:ext uri="{FF2B5EF4-FFF2-40B4-BE49-F238E27FC236}">
                <a16:creationId xmlns:a16="http://schemas.microsoft.com/office/drawing/2014/main" id="{78A91E4F-D3E2-2EE4-1E88-8030BBC6C97E}"/>
              </a:ext>
            </a:extLst>
          </p:cNvPr>
          <p:cNvSpPr/>
          <p:nvPr/>
        </p:nvSpPr>
        <p:spPr>
          <a:xfrm>
            <a:off x="612364" y="777521"/>
            <a:ext cx="2846525" cy="697111"/>
          </a:xfrm>
          <a:prstGeom prst="circular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563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b1f5921-cfc0-430b-96e1-8c58575e7499}" enabled="1" method="Standard" siteId="{a63249ac-3e0b-4a24-9e0c-c90ab9891e3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Padakanti, Vidhyadhar</dc:creator>
  <cp:lastModifiedBy>Padakanti, Vidhyadhar</cp:lastModifiedBy>
  <cp:revision>1</cp:revision>
  <dcterms:created xsi:type="dcterms:W3CDTF">2026-07-21T18:28:12Z</dcterms:created>
  <dcterms:modified xsi:type="dcterms:W3CDTF">2026-07-21T19:47:45Z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Theme:8\1_Office Theme:8</vt:lpwstr>
  </property>
  <property fmtid="{D5CDD505-2E9C-101B-9397-08002B2CF9AE}" pid="3" name="ClassificationContentMarkingFooterText">
    <vt:lpwstr>INTERNAL</vt:lpwstr>
  </property>
</Properties>
</file>